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cible_produ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2184400"/>
            <a:ext cx="7620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7018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85200" y="20320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ible_ache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7600" y="2184400"/>
            <a:ext cx="762000" cy="76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26600" y="24384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7400" y="4267200"/>
            <a:ext cx="28702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cible_transform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" y="4419600"/>
            <a:ext cx="762000" cy="762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28800" y="4673600"/>
            <a:ext cx="17018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8200" y="4572000"/>
            <a:ext cx="28956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cible_gi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0600" y="4724400"/>
            <a:ext cx="762000" cy="762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89600" y="4978400"/>
            <a:ext cx="17272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4400" y="4267200"/>
            <a:ext cx="2946400" cy="1066800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cible_distributeur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0" y="4419600"/>
            <a:ext cx="762000" cy="762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75800" y="4673600"/>
            <a:ext cx="1778000" cy="254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068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096000" y="2565400"/>
            <a:ext cx="2489200" cy="711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6576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96000" y="3276600"/>
            <a:ext cx="0" cy="14732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96000" y="3276600"/>
            <a:ext cx="2438400" cy="1371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10871200" cy="3175000"/>
          </a:xfrm>
          <a:prstGeom prst="roundRect">
            <a:avLst>
              <a:gd name="adj" fmla="val 48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219200" y="2616200"/>
            <a:ext cx="1625600" cy="16256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3800" y="2993136"/>
            <a:ext cx="1676400" cy="1122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6760"/>
              </a:lnSpc>
            </a:pPr>
            <a:r>
              <a:rPr sz="52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000" y="2545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8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02000" y="2779776"/>
            <a:ext cx="7162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27400" y="3479800"/>
            <a:ext cx="8128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02000" y="3679952"/>
            <a:ext cx="7670800" cy="328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0" i="0">
                <a:solidFill>
                  <a:srgbClr val="FFFFFF"/>
                </a:solidFill>
                <a:latin typeface="Poppins"/>
              </a:rPr>
              <a:t>Directrice générale d'une PME de transformation de fruits et légumes à Dakar.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192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2192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224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4702048"/>
            <a:ext cx="2921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Faire connaître ses gammes de jus</a:t>
            </a:r>
          </a:p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locaux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244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7244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276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76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4368800"/>
            <a:ext cx="3251200" cy="7112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229600" y="4368800"/>
            <a:ext cx="44450" cy="711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32800" y="4503725"/>
            <a:ext cx="28448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18"/>
              </a:lnSpc>
            </a:pPr>
            <a:r>
              <a:rPr sz="860" b="1" i="0" spc="14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702048"/>
            <a:ext cx="292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5635752"/>
            <a:ext cx="109220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0" i="0">
                <a:solidFill>
                  <a:srgbClr val="1F5E3A"/>
                </a:solidFill>
                <a:latin typeface="Alfa Slab One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2" name="Oval 31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0" name="Oval 39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4" name="Oval 43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5" name="Oval 14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6" name="Oval 25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7" name="Oval 36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5" name="Oval 44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3" name="Oval 22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38" name="Oval 37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2" name="Oval 41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5" name="Oval 54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59" name="Oval 58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3" name="Picture 12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2" name="Picture 41" descr="bannie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6" name="Picture 45" descr="carte_vi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ce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p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instagr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tikto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whatsap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Picture 45" descr="emai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canv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4" name="Picture 53" descr="capcu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chart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6" name="Picture 65" descr="trell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69" name="Oval 68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844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844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65200" y="23241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800" y="23802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23317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Acquérir mes premiers clients agro-industriels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33000" y="23495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007600" y="24074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9210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9210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965200" y="30607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9800" y="31168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98600" y="30683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Développer un portefeuille de clients réguliers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33000" y="30861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007600" y="31440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6576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6576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65200" y="3797300"/>
            <a:ext cx="330200" cy="330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9800" y="38534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8600" y="38049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Renforcer mon expertise en publicité en ligne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33000" y="38227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007600" y="38806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3942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3942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65200" y="45339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9800" y="45900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8600" y="45415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Structurer une offre de production vidéo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33000" y="45593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007600" y="46172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5130800"/>
            <a:ext cx="108712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660400" y="5130800"/>
            <a:ext cx="50800" cy="609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65200" y="52705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9800" y="53266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8600" y="5278120"/>
            <a:ext cx="76708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50"/>
              </a:lnSpc>
            </a:pPr>
            <a:r>
              <a:rPr sz="1500" b="1" i="0">
                <a:solidFill>
                  <a:srgbClr val="1F5E3A"/>
                </a:solidFill>
                <a:latin typeface="Poppins"/>
              </a:rPr>
              <a:t>Faire de Sadiya Digital Agri une agence reconnue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033000" y="5295900"/>
            <a:ext cx="12192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0007600" y="5353812"/>
            <a:ext cx="1270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994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6129528"/>
            <a:ext cx="939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28800" y="60960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eam_ce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100" y="2413000"/>
            <a:ext cx="1600200" cy="2133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82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3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30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876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80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eam_createu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9700" y="2413000"/>
            <a:ext cx="1600200" cy="2133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4958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Créatrice de contenu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46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21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706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0452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33600"/>
            <a:ext cx="3403600" cy="3505200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team_commerc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7300" y="2413000"/>
            <a:ext cx="1600200" cy="2133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53400" y="4670552"/>
            <a:ext cx="3048000" cy="284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Responsable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4957064"/>
            <a:ext cx="3048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04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8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728200" y="5257800"/>
            <a:ext cx="1422400" cy="2667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702800" y="5304638"/>
            <a:ext cx="1473200" cy="1770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66"/>
              </a:lnSpc>
            </a:pPr>
            <a:r>
              <a:rPr sz="819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5867400"/>
            <a:ext cx="10871200" cy="482600"/>
          </a:xfrm>
          <a:prstGeom prst="roundRect">
            <a:avLst>
              <a:gd name="adj" fmla="val 2368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9800" y="60015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6800" y="59837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