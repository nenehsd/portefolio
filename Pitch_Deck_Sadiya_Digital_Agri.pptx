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cible_produ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184400"/>
            <a:ext cx="762000" cy="76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18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52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ible_ache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600" y="21844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266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400" y="4267200"/>
            <a:ext cx="28702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cible_transformateu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800" y="4419600"/>
            <a:ext cx="762000" cy="76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4673600"/>
            <a:ext cx="17018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8200" y="4572000"/>
            <a:ext cx="28956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cible_gi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4724400"/>
            <a:ext cx="762000" cy="76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89600" y="4978400"/>
            <a:ext cx="17272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4400" y="42672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cible_distribute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4419600"/>
            <a:ext cx="762000" cy="76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75800" y="46736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068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0960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6576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96000" y="3276600"/>
            <a:ext cx="0" cy="1473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960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10871200" cy="3175000"/>
          </a:xfrm>
          <a:prstGeom prst="roundRect">
            <a:avLst>
              <a:gd name="adj" fmla="val 48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ersona_amin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590800"/>
            <a:ext cx="1676400" cy="167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02000" y="2545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8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0" y="2779776"/>
            <a:ext cx="7162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7400" y="3479800"/>
            <a:ext cx="8128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02000" y="3679952"/>
            <a:ext cx="7670800" cy="328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0" i="0">
                <a:solidFill>
                  <a:srgbClr val="FFFFFF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192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12192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224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2400" y="4702048"/>
            <a:ext cx="2921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Faire connaître ses gammes de jus</a:t>
            </a:r>
          </a:p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locaux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244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7244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276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276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2296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328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28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56357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2" name="Oval 31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4" name="Oval 43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5" name="Oval 14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844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844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7" name="Oval 36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5" name="Oval 44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3" name="Oval 22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8" name="Oval 37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2" name="Oval 41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5" name="Oval 54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59" name="Oval 58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3" name="Picture 12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2" name="Picture 41" descr="banni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6" name="Picture 45" descr="carte_vi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e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nst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whatsap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anv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capcu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har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69" name="Oval 68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5200" y="23241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800" y="23802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23317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33000" y="23495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07600" y="24074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9210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921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65200" y="30607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1168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30683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33000" y="30861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07600" y="31440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6576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657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65200" y="3797300"/>
            <a:ext cx="330200" cy="330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9800" y="38534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8600" y="38049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33000" y="38227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07600" y="38806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43942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4394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65200" y="45339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800" y="45900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98600" y="45415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33000" y="45593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007600" y="46172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1308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660400" y="5130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65200" y="52705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53266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8600" y="52781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33000" y="52959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07600" y="53538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994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6129528"/>
            <a:ext cx="939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60960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eam_ce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" y="2413000"/>
            <a:ext cx="1600200" cy="2133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82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3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87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80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eam_crea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2413000"/>
            <a:ext cx="1600200" cy="213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958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Créatrice de contenu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70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045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team_commerc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300" y="2413000"/>
            <a:ext cx="1600200" cy="2133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534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Responsable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4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8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28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702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867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9800" y="60015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6800" y="59837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Qu'il Faut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porteur, une expertise unique, un projet déjà lancé.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20925"/>
            <a:ext cx="28956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50">
                <a:solidFill>
                  <a:srgbClr val="1AAB70"/>
                </a:solidFill>
                <a:latin typeface="Poppins"/>
              </a:rPr>
              <a:t>UN MARCHÉ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32456"/>
            <a:ext cx="29210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Porteur et inexploité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3256280"/>
            <a:ext cx="2971800" cy="62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5,42 M de Sénégalais sur les réseaux, 63 % des</a:t>
            </a:r>
          </a:p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PMI dans l'agroalimentaire — et aucune</a:t>
            </a:r>
          </a:p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agence spécialisée.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420925"/>
            <a:ext cx="28956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50">
                <a:solidFill>
                  <a:srgbClr val="1F5E3A"/>
                </a:solidFill>
                <a:latin typeface="Poppins"/>
              </a:rPr>
              <a:t>UNE EXPERTISE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32456"/>
            <a:ext cx="29210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Agricole et digitale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974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0" y="3256280"/>
            <a:ext cx="2971800" cy="62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Agronome de l'UCAD et community manager</a:t>
            </a:r>
          </a:p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formée à Simplon : une double compétence</a:t>
            </a:r>
          </a:p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unique sur ce marché.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0" y="2420925"/>
            <a:ext cx="28956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50">
                <a:solidFill>
                  <a:srgbClr val="42612D"/>
                </a:solidFill>
                <a:latin typeface="Poppins"/>
              </a:rPr>
              <a:t>UN PROJET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32456"/>
            <a:ext cx="29210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Déjà lancé, pas une idée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550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0" y="3256280"/>
            <a:ext cx="29718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Entreprise formalisée, marque construite,</a:t>
            </a:r>
          </a:p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présence digitale active et offres structurées.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470400"/>
            <a:ext cx="10871200" cy="939800"/>
          </a:xfrm>
          <a:prstGeom prst="roundRect">
            <a:avLst>
              <a:gd name="adj" fmla="val 1486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90600" y="47069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50">
                <a:solidFill>
                  <a:srgbClr val="1AAB70"/>
                </a:solidFill>
                <a:latin typeface="Poppins"/>
              </a:rPr>
              <a:t>CE QUE JE DEMANDE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600" y="4876800"/>
            <a:ext cx="335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FFFFFF"/>
                </a:solidFill>
                <a:latin typeface="Alfa Slab One"/>
              </a:rPr>
              <a:t>1 850 000 FCFA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699000" y="4724400"/>
            <a:ext cx="0" cy="431800"/>
          </a:xfrm>
          <a:prstGeom prst="line">
            <a:avLst/>
          </a:prstGeom>
          <a:ln w="1524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0" y="4777232"/>
            <a:ext cx="6273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Pour équiper la production, me former, lancer le site vitrine et signer mes cinq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premiers clients.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57119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Rendre les produits locaux sénégalais aussi visibles en ligne qu'ils le sont dans les rayons. 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