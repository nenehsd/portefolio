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nton" charset="1" panose="00000500000000000000"/>
      <p:regular r:id="rId7"/>
    </p:embeddedFont>
    <p:embeddedFont>
      <p:font typeface="Shrikhand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05186" y="-76014"/>
            <a:ext cx="15882814" cy="12954321"/>
          </a:xfrm>
          <a:custGeom>
            <a:avLst/>
            <a:gdLst/>
            <a:ahLst/>
            <a:cxnLst/>
            <a:rect r="r" b="b" t="t" l="l"/>
            <a:pathLst>
              <a:path h="12954321" w="15882814">
                <a:moveTo>
                  <a:pt x="0" y="0"/>
                </a:moveTo>
                <a:lnTo>
                  <a:pt x="15882814" y="0"/>
                </a:lnTo>
                <a:lnTo>
                  <a:pt x="15882814" y="12954321"/>
                </a:lnTo>
                <a:lnTo>
                  <a:pt x="0" y="12954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95" t="0" r="-4891" b="-30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8423" y="-2892661"/>
            <a:ext cx="4936341" cy="4473559"/>
          </a:xfrm>
          <a:custGeom>
            <a:avLst/>
            <a:gdLst/>
            <a:ahLst/>
            <a:cxnLst/>
            <a:rect r="r" b="b" t="t" l="l"/>
            <a:pathLst>
              <a:path h="4473559" w="4936341">
                <a:moveTo>
                  <a:pt x="0" y="0"/>
                </a:moveTo>
                <a:lnTo>
                  <a:pt x="4936340" y="0"/>
                </a:lnTo>
                <a:lnTo>
                  <a:pt x="4936340" y="4473559"/>
                </a:lnTo>
                <a:lnTo>
                  <a:pt x="0" y="447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727" y="9610725"/>
            <a:ext cx="18288000" cy="738959"/>
          </a:xfrm>
          <a:custGeom>
            <a:avLst/>
            <a:gdLst/>
            <a:ahLst/>
            <a:cxnLst/>
            <a:rect r="r" b="b" t="t" l="l"/>
            <a:pathLst>
              <a:path h="738959" w="18288000">
                <a:moveTo>
                  <a:pt x="0" y="0"/>
                </a:moveTo>
                <a:lnTo>
                  <a:pt x="18288000" y="0"/>
                </a:lnTo>
                <a:lnTo>
                  <a:pt x="18288000" y="738959"/>
                </a:lnTo>
                <a:lnTo>
                  <a:pt x="0" y="7389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84173" y="8179165"/>
            <a:ext cx="4651772" cy="4215670"/>
          </a:xfrm>
          <a:custGeom>
            <a:avLst/>
            <a:gdLst/>
            <a:ahLst/>
            <a:cxnLst/>
            <a:rect r="r" b="b" t="t" l="l"/>
            <a:pathLst>
              <a:path h="4215670" w="4651772">
                <a:moveTo>
                  <a:pt x="0" y="0"/>
                </a:moveTo>
                <a:lnTo>
                  <a:pt x="4651771" y="0"/>
                </a:lnTo>
                <a:lnTo>
                  <a:pt x="4651771" y="4215670"/>
                </a:lnTo>
                <a:lnTo>
                  <a:pt x="0" y="42156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58618" y="-1910553"/>
            <a:ext cx="3243310" cy="2939253"/>
          </a:xfrm>
          <a:custGeom>
            <a:avLst/>
            <a:gdLst/>
            <a:ahLst/>
            <a:cxnLst/>
            <a:rect r="r" b="b" t="t" l="l"/>
            <a:pathLst>
              <a:path h="2939253" w="3243310">
                <a:moveTo>
                  <a:pt x="0" y="0"/>
                </a:moveTo>
                <a:lnTo>
                  <a:pt x="3243310" y="0"/>
                </a:lnTo>
                <a:lnTo>
                  <a:pt x="3243310" y="2939253"/>
                </a:lnTo>
                <a:lnTo>
                  <a:pt x="0" y="2939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40093" y="1813592"/>
            <a:ext cx="3568793" cy="3586727"/>
          </a:xfrm>
          <a:custGeom>
            <a:avLst/>
            <a:gdLst/>
            <a:ahLst/>
            <a:cxnLst/>
            <a:rect r="r" b="b" t="t" l="l"/>
            <a:pathLst>
              <a:path h="3586727" w="3568793">
                <a:moveTo>
                  <a:pt x="0" y="0"/>
                </a:moveTo>
                <a:lnTo>
                  <a:pt x="3568793" y="0"/>
                </a:lnTo>
                <a:lnTo>
                  <a:pt x="3568793" y="3586728"/>
                </a:lnTo>
                <a:lnTo>
                  <a:pt x="0" y="3586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387693" y="1965992"/>
            <a:ext cx="3568793" cy="3586727"/>
          </a:xfrm>
          <a:custGeom>
            <a:avLst/>
            <a:gdLst/>
            <a:ahLst/>
            <a:cxnLst/>
            <a:rect r="r" b="b" t="t" l="l"/>
            <a:pathLst>
              <a:path h="3586727" w="3568793">
                <a:moveTo>
                  <a:pt x="0" y="0"/>
                </a:moveTo>
                <a:lnTo>
                  <a:pt x="3568793" y="0"/>
                </a:lnTo>
                <a:lnTo>
                  <a:pt x="3568793" y="3586728"/>
                </a:lnTo>
                <a:lnTo>
                  <a:pt x="0" y="35867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7274" y="2247601"/>
            <a:ext cx="4730975" cy="315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1F5E3A"/>
                </a:solidFill>
                <a:latin typeface="Anton"/>
                <a:ea typeface="Anton"/>
                <a:cs typeface="Anton"/>
                <a:sym typeface="Anton"/>
              </a:rPr>
              <a:t>DU LOCAL </a:t>
            </a:r>
          </a:p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1AAB70"/>
                </a:solidFill>
                <a:latin typeface="Anton"/>
                <a:ea typeface="Anton"/>
                <a:cs typeface="Anton"/>
                <a:sym typeface="Anton"/>
              </a:rPr>
              <a:t>AU DIGITAL,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870" y="5790845"/>
            <a:ext cx="7817783" cy="167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F5E3A"/>
                </a:solidFill>
                <a:latin typeface="Shrikhand"/>
                <a:ea typeface="Shrikhand"/>
                <a:cs typeface="Shrikhand"/>
                <a:sym typeface="Shrikhand"/>
              </a:rPr>
              <a:t> </a:t>
            </a:r>
            <a:r>
              <a:rPr lang="en-US" sz="3200">
                <a:solidFill>
                  <a:srgbClr val="0A1A01"/>
                </a:solidFill>
                <a:latin typeface="Shrikhand"/>
                <a:ea typeface="Shrikhand"/>
                <a:cs typeface="Shrikhand"/>
                <a:sym typeface="Shrikhand"/>
              </a:rPr>
              <a:t>Si nos </a:t>
            </a:r>
            <a:r>
              <a:rPr lang="en-US" sz="3200">
                <a:solidFill>
                  <a:srgbClr val="70E6B9"/>
                </a:solidFill>
                <a:latin typeface="Shrikhand"/>
                <a:ea typeface="Shrikhand"/>
                <a:cs typeface="Shrikhand"/>
                <a:sym typeface="Shrikhand"/>
              </a:rPr>
              <a:t>produits </a:t>
            </a:r>
            <a:r>
              <a:rPr lang="en-US" sz="3200">
                <a:solidFill>
                  <a:srgbClr val="0A1A01"/>
                </a:solidFill>
                <a:latin typeface="Shrikhand"/>
                <a:ea typeface="Shrikhand"/>
                <a:cs typeface="Shrikhand"/>
                <a:sym typeface="Shrikhand"/>
              </a:rPr>
              <a:t>ne sont pas visibles, comment donner envie de les</a:t>
            </a:r>
            <a:r>
              <a:rPr lang="en-US" sz="3200">
                <a:solidFill>
                  <a:srgbClr val="1F5E3A"/>
                </a:solidFill>
                <a:latin typeface="Shrikhand"/>
                <a:ea typeface="Shrikhand"/>
                <a:cs typeface="Shrikhand"/>
                <a:sym typeface="Shrikhand"/>
              </a:rPr>
              <a:t> </a:t>
            </a:r>
            <a:r>
              <a:rPr lang="en-US" sz="3200">
                <a:solidFill>
                  <a:srgbClr val="70E6B9"/>
                </a:solidFill>
                <a:latin typeface="Shrikhand"/>
                <a:ea typeface="Shrikhand"/>
                <a:cs typeface="Shrikhand"/>
                <a:sym typeface="Shrikhand"/>
              </a:rPr>
              <a:t>consommer </a:t>
            </a:r>
            <a:r>
              <a:rPr lang="en-US" sz="3200">
                <a:solidFill>
                  <a:srgbClr val="1F5E3A"/>
                </a:solidFill>
                <a:latin typeface="Shrikhand"/>
                <a:ea typeface="Shrikhand"/>
                <a:cs typeface="Shrikhand"/>
                <a:sym typeface="Shrikhand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DAHS6bH7P3w</dc:identifier>
  <dcterms:modified xsi:type="dcterms:W3CDTF">2011-08-01T06:04:30Z</dcterms:modified>
  <cp:revision>1</cp:revision>
  <dc:title>Pitch, Nene.pptx</dc:title>
</cp:coreProperties>
</file>